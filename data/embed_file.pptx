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78"/>
  </p:normalViewPr>
  <p:slideViewPr>
    <p:cSldViewPr snapToGrid="0">
      <p:cViewPr varScale="1">
        <p:scale>
          <a:sx n="109" d="100"/>
          <a:sy n="109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FF466-2E7A-5F57-B27C-F689475893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6ED9A7-8B51-7255-DD15-59017BA10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5074-E4D6-27BB-C1D5-B0C2415EC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5950-01DD-4C44-B24A-982E7CA6E06F}" type="datetimeFigureOut">
              <a:rPr lang="en-KR" smtClean="0"/>
              <a:t>1/8/26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E5264-B2FC-2FFD-B383-D0171AED3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F1B3B-B4E8-6088-5064-E36A40ABB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3F30A-D542-7D40-B4FA-350D41501D7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78486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7CBAF-8A80-4C2B-65A7-E962C2A61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C9857-AE13-442C-F625-60C6A7591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23499-21F7-4983-4222-A01F5BD79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5950-01DD-4C44-B24A-982E7CA6E06F}" type="datetimeFigureOut">
              <a:rPr lang="en-KR" smtClean="0"/>
              <a:t>1/8/26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5292E-BA8B-A9F2-5FA2-5795A8417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58DEB-E87E-E290-CEBD-AF0969A90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3F30A-D542-7D40-B4FA-350D41501D7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90490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F6019-8E0C-E9F3-C4A8-41CA79713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700F4-05E8-C244-4ACA-EAA34F85F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F4EC5-5DBB-9594-5742-723A422E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5950-01DD-4C44-B24A-982E7CA6E06F}" type="datetimeFigureOut">
              <a:rPr lang="en-KR" smtClean="0"/>
              <a:t>1/8/26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1C0BF-34AF-5DF2-004D-DBD08E6F0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CA647-6062-9956-B9D8-F09C000B2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3F30A-D542-7D40-B4FA-350D41501D7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45285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0AA0-49D2-78D4-53B0-256190A72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08A9E-78F5-D180-CD35-0AD9860378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2F8654-0CA4-C606-7CD3-B1CCA4F1A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E6FB8-A3CB-90D4-3297-D88DB5EBC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5950-01DD-4C44-B24A-982E7CA6E06F}" type="datetimeFigureOut">
              <a:rPr lang="en-KR" smtClean="0"/>
              <a:t>1/8/26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BEECA-CFCF-0585-01F1-BA11EBAD1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B58D6-DD64-A08B-9D3A-D2F4454AB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3F30A-D542-7D40-B4FA-350D41501D7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8424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AD02-63DB-63D3-C889-13872FA11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2434A-05AB-6571-8D57-8F1AF5228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C9F037-3871-B5A6-0FAF-7C1B93000A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547B4-0F9A-A290-427B-FF6FF87C1C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61875-8732-1AEE-9221-536C4FDB55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4A0FC0-A25C-FC70-119F-FD413DD7E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5950-01DD-4C44-B24A-982E7CA6E06F}" type="datetimeFigureOut">
              <a:rPr lang="en-KR" smtClean="0"/>
              <a:t>1/8/26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A3E13C-1B79-84BC-2221-27B22F49C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AD56EC-871D-5B1F-8472-42A1B2305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3F30A-D542-7D40-B4FA-350D41501D7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35217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E8A60-80E7-E811-FEA6-7831BEC18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A9D4F-6B46-9FCD-D71D-5AC260E6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5950-01DD-4C44-B24A-982E7CA6E06F}" type="datetimeFigureOut">
              <a:rPr lang="en-KR" smtClean="0"/>
              <a:t>1/8/26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078B2C-CDDE-1977-35C0-78036B373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2F4F62-3C1E-75F0-2388-1DA498DA8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3F30A-D542-7D40-B4FA-350D41501D7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3316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B4BA2E-4E8E-8591-FD56-93DD6618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5950-01DD-4C44-B24A-982E7CA6E06F}" type="datetimeFigureOut">
              <a:rPr lang="en-KR" smtClean="0"/>
              <a:t>1/8/26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452485-8753-B0DA-0340-FAA64562A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8811A-DF52-CED1-86CC-4CC4910C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3F30A-D542-7D40-B4FA-350D41501D7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52341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770EC-F864-6673-DB96-7DAE2B950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01A9D-9FB3-D4BE-F92C-77F126073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4171E9-4EF4-3D95-CCA7-758996C14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CFD69-87D5-2D9D-9E4A-F461A5A84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5950-01DD-4C44-B24A-982E7CA6E06F}" type="datetimeFigureOut">
              <a:rPr lang="en-KR" smtClean="0"/>
              <a:t>1/8/26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122C1D-293E-CD28-8303-6AE071C8F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9C040B-D21C-8F2B-33EF-164BBAE10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3F30A-D542-7D40-B4FA-350D41501D7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28920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EE08A-6B52-E894-F108-11A6FC8E4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073344-F177-6BBF-8BC5-81F8010EB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6721A7-765E-AE8E-25DA-21356DDF3A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B7940D-C03F-6DBF-39BF-39B2596A3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5950-01DD-4C44-B24A-982E7CA6E06F}" type="datetimeFigureOut">
              <a:rPr lang="en-KR" smtClean="0"/>
              <a:t>1/8/26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D40EB-9CBE-E1DB-7ACA-8ADA8861D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DD13BF-A711-4F17-46E3-F0D432D13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3F30A-D542-7D40-B4FA-350D41501D7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42885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95975-7946-8F29-902C-1CAD91081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2C4BE5-9919-7316-6B94-DCF64BEE5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9EE1F-932E-E166-D171-BB7E0E684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5950-01DD-4C44-B24A-982E7CA6E06F}" type="datetimeFigureOut">
              <a:rPr lang="en-KR" smtClean="0"/>
              <a:t>1/8/26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1C05B-9D42-EFA9-D700-2F22E22BB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BE197-6761-90D1-00EE-A9D16738A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3F30A-D542-7D40-B4FA-350D41501D7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93082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B2EBBC-7769-9F05-631F-94567C75B2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CF494D-CA0F-B48D-F66A-CB631E81A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46154-47E4-A782-324A-1BC3E4CC9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5950-01DD-4C44-B24A-982E7CA6E06F}" type="datetimeFigureOut">
              <a:rPr lang="en-KR" smtClean="0"/>
              <a:t>1/8/26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D13D7-2456-9010-A9D4-E231AD85A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40908-1148-B664-796A-319D438B9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3F30A-D542-7D40-B4FA-350D41501D7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02621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A664EC-EDEC-4F70-2058-50695506B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7316F-5E24-2FB5-8961-6B62EE6EC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FF688-53DF-212E-0453-7AE3B3F750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485950-01DD-4C44-B24A-982E7CA6E06F}" type="datetimeFigureOut">
              <a:rPr lang="en-KR" smtClean="0"/>
              <a:t>1/8/26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53D30-D938-EC31-CA83-BCDE0BD6EB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2670D-8715-82A2-CD73-AABE2F0F6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73F30A-D542-7D40-B4FA-350D41501D7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36643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itle 2">
            <a:extLst>
              <a:ext uri="{FF2B5EF4-FFF2-40B4-BE49-F238E27FC236}">
                <a16:creationId xmlns:a16="http://schemas.microsoft.com/office/drawing/2014/main" id="{59957F4C-EBC6-725F-2C7E-A554026CFC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108" y="870560"/>
            <a:ext cx="4208584" cy="2001593"/>
          </a:xfrm>
        </p:spPr>
        <p:txBody>
          <a:bodyPr/>
          <a:lstStyle/>
          <a:p>
            <a:r>
              <a:rPr lang="ko-KR" altLang="en-US" dirty="0"/>
              <a:t>문제점</a:t>
            </a:r>
            <a:endParaRPr lang="en-US" altLang="ko-KR" dirty="0"/>
          </a:p>
          <a:p>
            <a:br>
              <a:rPr lang="en-US" altLang="ko-KR" dirty="0"/>
            </a:br>
            <a:r>
              <a:rPr lang="ko-KR" altLang="en-US" sz="1600" dirty="0"/>
              <a:t>펜더 </a:t>
            </a:r>
            <a:r>
              <a:rPr lang="ko-KR" altLang="en-US" sz="1600" dirty="0" err="1"/>
              <a:t>미조립</a:t>
            </a:r>
            <a:r>
              <a:rPr lang="ko-KR" altLang="en-US" sz="1600" dirty="0"/>
              <a:t> 문제점으로 양산 이후 큰 품질 이슈 발생</a:t>
            </a:r>
            <a:endParaRPr lang="en-KR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21A54D73-E529-DE8F-7821-5240AAF60D2F}"/>
              </a:ext>
            </a:extLst>
          </p:cNvPr>
          <p:cNvSpPr txBox="1">
            <a:spLocks/>
          </p:cNvSpPr>
          <p:nvPr/>
        </p:nvSpPr>
        <p:spPr>
          <a:xfrm>
            <a:off x="902678" y="3754437"/>
            <a:ext cx="4208584" cy="20015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원인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r>
              <a:rPr lang="ko-KR" altLang="en-US" sz="1600" dirty="0"/>
              <a:t>특정 부품 생산 문제</a:t>
            </a:r>
            <a:endParaRPr lang="en-KR" dirty="0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8AAA443-E2DE-F7BD-5194-A91036AA5A26}"/>
              </a:ext>
            </a:extLst>
          </p:cNvPr>
          <p:cNvSpPr txBox="1">
            <a:spLocks/>
          </p:cNvSpPr>
          <p:nvPr/>
        </p:nvSpPr>
        <p:spPr>
          <a:xfrm>
            <a:off x="6095999" y="870559"/>
            <a:ext cx="4384431" cy="5037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대책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r>
              <a:rPr lang="en-US" altLang="ko-KR" sz="1600" dirty="0"/>
              <a:t>1.</a:t>
            </a:r>
            <a:r>
              <a:rPr lang="ko-KR" altLang="en-US" sz="1600" dirty="0"/>
              <a:t> </a:t>
            </a:r>
            <a:r>
              <a:rPr lang="en-US" altLang="ko-KR" sz="1600" dirty="0"/>
              <a:t>12</a:t>
            </a:r>
            <a:r>
              <a:rPr lang="ko-KR" altLang="en-US" sz="1600" dirty="0"/>
              <a:t>월 </a:t>
            </a:r>
            <a:r>
              <a:rPr lang="en-US" altLang="ko-KR" sz="1600" dirty="0"/>
              <a:t>11</a:t>
            </a:r>
            <a:r>
              <a:rPr lang="ko-KR" altLang="en-US" sz="1600" dirty="0"/>
              <a:t>일 까지 작업자 교육</a:t>
            </a:r>
            <a:endParaRPr lang="en-US" altLang="ko-KR" sz="1600" dirty="0"/>
          </a:p>
          <a:p>
            <a:r>
              <a:rPr lang="en-US" altLang="ko-KR" sz="1600" dirty="0"/>
              <a:t>2.</a:t>
            </a:r>
            <a:r>
              <a:rPr lang="ko-KR" altLang="en-US" sz="1600" dirty="0"/>
              <a:t> 생산품 전면 교체 및 양산일정 </a:t>
            </a:r>
            <a:r>
              <a:rPr lang="ko-KR" altLang="en-US" sz="1600" dirty="0" err="1"/>
              <a:t>재수립</a:t>
            </a:r>
            <a:endParaRPr lang="en-US" altLang="ko-KR" sz="1600" dirty="0"/>
          </a:p>
          <a:p>
            <a:r>
              <a:rPr lang="en-US" altLang="ko-KR" sz="1600" dirty="0"/>
              <a:t>3.</a:t>
            </a:r>
            <a:r>
              <a:rPr lang="ko-KR" altLang="en-US" sz="1600" dirty="0"/>
              <a:t> </a:t>
            </a:r>
            <a:r>
              <a:rPr lang="en-US" altLang="ko-KR" sz="1600" dirty="0"/>
              <a:t>12</a:t>
            </a:r>
            <a:r>
              <a:rPr lang="ko-KR" altLang="en-US" sz="1600" dirty="0"/>
              <a:t>월 </a:t>
            </a:r>
            <a:r>
              <a:rPr lang="en-US" altLang="ko-KR" sz="1600" dirty="0"/>
              <a:t>28</a:t>
            </a:r>
            <a:r>
              <a:rPr lang="ko-KR" altLang="en-US" sz="1600" dirty="0"/>
              <a:t>일 까지 양산 재시작 </a:t>
            </a:r>
            <a:r>
              <a:rPr lang="ko-KR" altLang="en-US" sz="1600" dirty="0" err="1"/>
              <a:t>완</a:t>
            </a:r>
            <a:endParaRPr lang="en-KR" sz="1600" dirty="0"/>
          </a:p>
        </p:txBody>
      </p:sp>
    </p:spTree>
    <p:extLst>
      <p:ext uri="{BB962C8B-B14F-4D97-AF65-F5344CB8AC3E}">
        <p14:creationId xmlns:p14="http://schemas.microsoft.com/office/powerpoint/2010/main" val="3447021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gwondowan</dc:creator>
  <cp:lastModifiedBy>gwondowan</cp:lastModifiedBy>
  <cp:revision>1</cp:revision>
  <dcterms:created xsi:type="dcterms:W3CDTF">2026-01-08T00:08:14Z</dcterms:created>
  <dcterms:modified xsi:type="dcterms:W3CDTF">2026-01-08T00:10:02Z</dcterms:modified>
</cp:coreProperties>
</file>