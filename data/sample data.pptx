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0"/>
  </p:normalViewPr>
  <p:slideViewPr>
    <p:cSldViewPr snapToGrid="0">
      <p:cViewPr varScale="1">
        <p:scale>
          <a:sx n="109" d="100"/>
          <a:sy n="109" d="100"/>
        </p:scale>
        <p:origin x="5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F1F54-5F53-01FC-8BE5-C563F00BFA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85A107-8C5D-8436-3A1D-E25F03B33D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2F2215-D944-B4DD-C9FD-6230C1046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77453-2E27-6F49-8090-3188DB576A09}" type="datetimeFigureOut">
              <a:rPr lang="en-KR" smtClean="0"/>
              <a:t>1/8/26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9C8F67-11BD-6D31-4CD3-CF1D33E66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C8FC1C-6715-9B9B-AA7A-C53A5DAF4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63FC6-0BF0-4E4C-AA6C-9ACAEDF077FE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2317020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50D47-6E81-80E4-FFF4-60E208471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65536F-2D0D-A4C3-67BE-8BDDFEDB1C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DFECD4-01F3-49EB-497D-216EC4548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77453-2E27-6F49-8090-3188DB576A09}" type="datetimeFigureOut">
              <a:rPr lang="en-KR" smtClean="0"/>
              <a:t>1/8/26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C930E4-3AB0-CB2C-1517-745D9B1CE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15245-C977-0E57-8D94-B97F13FBC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63FC6-0BF0-4E4C-AA6C-9ACAEDF077FE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153381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9DB9E-075B-12BF-A031-59A42F415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32E89D-0660-5728-8D96-617B1736B4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192DFF-3D73-BE8B-336B-1DC8FE801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77453-2E27-6F49-8090-3188DB576A09}" type="datetimeFigureOut">
              <a:rPr lang="en-KR" smtClean="0"/>
              <a:t>1/8/26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9EE223-58B6-E80A-7AFD-113A3DD49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83F5CB-5387-9911-E8E8-79F008725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63FC6-0BF0-4E4C-AA6C-9ACAEDF077FE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42611963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3D4C7-4C98-9B49-81EA-65A17D458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8497E8-FE22-61F4-270D-A580FF1DA4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E993A4-FDE1-8FB7-8FB4-85965D2776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AF5A63-771F-8338-5A6A-4FCE9DDF6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77453-2E27-6F49-8090-3188DB576A09}" type="datetimeFigureOut">
              <a:rPr lang="en-KR" smtClean="0"/>
              <a:t>1/8/26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39F545-5A54-5961-B41A-C97CF0686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9E9696-1E2F-8DCF-9445-86EBC49CC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63FC6-0BF0-4E4C-AA6C-9ACAEDF077FE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412051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C770-CB3C-2E97-635A-7B10F03C8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7B55C1-207A-FE00-F063-6E61E4A893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4114DE-12B4-E1FA-DE9C-0CB4F6543A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F4D546-DC6F-0BD9-CC39-0A78984953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6B4A1E-2864-E047-9819-03DE1D103F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1F55B30-C31A-6EA4-E71B-3BBF40382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77453-2E27-6F49-8090-3188DB576A09}" type="datetimeFigureOut">
              <a:rPr lang="en-KR" smtClean="0"/>
              <a:t>1/8/26</a:t>
            </a:fld>
            <a:endParaRPr lang="en-K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034EA3-EF61-CB47-0833-88F155DC0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9697A5-85BE-C037-5C4B-EAE6ACBBF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63FC6-0BF0-4E4C-AA6C-9ACAEDF077FE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7817615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65DE0-4BD8-6517-0424-5B93C5E68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B70ED9-3278-456F-49D3-2677AEDFE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77453-2E27-6F49-8090-3188DB576A09}" type="datetimeFigureOut">
              <a:rPr lang="en-KR" smtClean="0"/>
              <a:t>1/8/26</a:t>
            </a:fld>
            <a:endParaRPr lang="en-K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354EE9-7634-513C-650C-9A26C3662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EA31DA-F1A1-C24D-FAA6-5AD717053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63FC6-0BF0-4E4C-AA6C-9ACAEDF077FE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8757893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19D225A-AE62-DBA2-9FBE-2F5BB4395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77453-2E27-6F49-8090-3188DB576A09}" type="datetimeFigureOut">
              <a:rPr lang="en-KR" smtClean="0"/>
              <a:t>1/8/26</a:t>
            </a:fld>
            <a:endParaRPr lang="en-K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CB0EBD-6CB5-538F-3ABC-F5C6ECCE7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C49A34-6B09-4FAC-FC26-3EBF57DE8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63FC6-0BF0-4E4C-AA6C-9ACAEDF077FE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4651050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78EEE-290A-FBFD-7B74-5825F6BF9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B99E5A-8016-E063-0810-526426AEC0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B995EF-BB19-2ADA-797E-C94FBB0856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2E38CB-5936-E335-B066-3BD4C61FE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77453-2E27-6F49-8090-3188DB576A09}" type="datetimeFigureOut">
              <a:rPr lang="en-KR" smtClean="0"/>
              <a:t>1/8/26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F7EAD0-CA12-EBC2-58F2-358E0E651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7EBDC6-7696-38F3-EC69-746C393B6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63FC6-0BF0-4E4C-AA6C-9ACAEDF077FE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5528867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6BC08-3E4A-8A90-3638-C8FC3B038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37E0EA-0423-6F04-C258-1BFF22ECE1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K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88F14D-DA31-1DE3-B5FA-1E14CE4953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5D1DD6-B4EA-EAF7-A085-4C097B5A0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77453-2E27-6F49-8090-3188DB576A09}" type="datetimeFigureOut">
              <a:rPr lang="en-KR" smtClean="0"/>
              <a:t>1/8/26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B79E23-5027-F861-24B5-341EB9BCF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6B00A3-0601-B041-85CE-429EB4DAA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63FC6-0BF0-4E4C-AA6C-9ACAEDF077FE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9785327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A9C54-7DBA-EF39-2FFF-0902A83D89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3672BA-EE53-FFB7-8870-9A711AB680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93D5FF-DFD1-6C3E-2A43-AF9588C21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77453-2E27-6F49-8090-3188DB576A09}" type="datetimeFigureOut">
              <a:rPr lang="en-KR" smtClean="0"/>
              <a:t>1/8/26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D3E563-B15D-6188-6CE0-E41CA5D0D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2D0CDC-FD4A-B262-C8CF-5602B8D38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63FC6-0BF0-4E4C-AA6C-9ACAEDF077FE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4041632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41D7330-9987-BF87-77FE-03F8BF6E44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50BF41-9BFF-FE99-224D-3ED2269544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A5D115-7B2D-8ED4-247A-817D692DE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77453-2E27-6F49-8090-3188DB576A09}" type="datetimeFigureOut">
              <a:rPr lang="en-KR" smtClean="0"/>
              <a:t>1/8/26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DE5A00-03B3-957E-2B59-BAD37F232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642EFD-7A0D-E997-4AAE-EE9FD7B4A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63FC6-0BF0-4E4C-AA6C-9ACAEDF077FE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2718820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6F40C0-F7AE-3096-034C-B90CFB6CBA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3F4DB6-1CE0-BEAC-2F82-2BADB0BBFB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AEEC1A-22BC-9F70-D516-06E1447D0A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577453-2E27-6F49-8090-3188DB576A09}" type="datetimeFigureOut">
              <a:rPr lang="en-KR" smtClean="0"/>
              <a:t>1/8/26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1F60E5-17E5-0498-6368-A1D36C1F5B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5E5351-6EB8-6AE2-4EA4-1F34BDB2F9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663FC6-0BF0-4E4C-AA6C-9ACAEDF077FE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1854106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1D6112F-C651-8332-50D4-5C5339C816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5108" y="870560"/>
            <a:ext cx="4208584" cy="2001593"/>
          </a:xfrm>
        </p:spPr>
        <p:txBody>
          <a:bodyPr/>
          <a:lstStyle/>
          <a:p>
            <a:r>
              <a:rPr lang="ko-KR" altLang="en-US" dirty="0"/>
              <a:t>문제점</a:t>
            </a:r>
            <a:endParaRPr lang="en-US" altLang="ko-KR" dirty="0"/>
          </a:p>
          <a:p>
            <a:br>
              <a:rPr lang="en-US" altLang="ko-KR" dirty="0"/>
            </a:br>
            <a:r>
              <a:rPr lang="ko-KR" altLang="en-US" sz="1600" dirty="0"/>
              <a:t>차량 개발 과정에서 생긴 특정 </a:t>
            </a:r>
            <a:r>
              <a:rPr lang="ko-KR" altLang="en-US" sz="1600" dirty="0" err="1"/>
              <a:t>테일게이트</a:t>
            </a:r>
            <a:r>
              <a:rPr lang="ko-KR" altLang="en-US" sz="1600" dirty="0"/>
              <a:t> 문제</a:t>
            </a:r>
            <a:endParaRPr lang="en-KR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5FB2B3E7-3395-0A80-1143-162B3965C514}"/>
              </a:ext>
            </a:extLst>
          </p:cNvPr>
          <p:cNvSpPr txBox="1">
            <a:spLocks/>
          </p:cNvSpPr>
          <p:nvPr/>
        </p:nvSpPr>
        <p:spPr>
          <a:xfrm>
            <a:off x="902678" y="3754437"/>
            <a:ext cx="4208584" cy="20015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원인</a:t>
            </a:r>
            <a:br>
              <a:rPr lang="en-US" altLang="ko-KR" dirty="0"/>
            </a:br>
            <a:br>
              <a:rPr lang="en-US" altLang="ko-KR" dirty="0"/>
            </a:br>
            <a:br>
              <a:rPr lang="en-US" altLang="ko-KR" dirty="0"/>
            </a:br>
            <a:r>
              <a:rPr lang="ko-KR" altLang="en-US" sz="1600" dirty="0"/>
              <a:t>특정 공장 특정 라인에서 생산 시 </a:t>
            </a:r>
            <a:r>
              <a:rPr lang="ko-KR" altLang="en-US" sz="1600" dirty="0" err="1"/>
              <a:t>오조립</a:t>
            </a:r>
            <a:r>
              <a:rPr lang="ko-KR" altLang="en-US" sz="1600" dirty="0"/>
              <a:t> 발생</a:t>
            </a:r>
            <a:endParaRPr lang="en-KR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86E27EA1-C78D-A2B7-67D5-3E273E5B21E9}"/>
              </a:ext>
            </a:extLst>
          </p:cNvPr>
          <p:cNvSpPr txBox="1">
            <a:spLocks/>
          </p:cNvSpPr>
          <p:nvPr/>
        </p:nvSpPr>
        <p:spPr>
          <a:xfrm>
            <a:off x="6095999" y="870559"/>
            <a:ext cx="4384431" cy="50378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대책</a:t>
            </a:r>
            <a:br>
              <a:rPr lang="en-US" altLang="ko-KR" dirty="0"/>
            </a:br>
            <a:br>
              <a:rPr lang="en-US" altLang="ko-KR" dirty="0"/>
            </a:br>
            <a:br>
              <a:rPr lang="en-US" altLang="ko-KR" dirty="0"/>
            </a:br>
            <a:r>
              <a:rPr lang="en-US" altLang="ko-KR" sz="1600" dirty="0"/>
              <a:t>1.</a:t>
            </a:r>
            <a:r>
              <a:rPr lang="ko-KR" altLang="en-US" sz="1600" dirty="0"/>
              <a:t> </a:t>
            </a:r>
            <a:r>
              <a:rPr lang="en-US" altLang="ko-KR" sz="1600" dirty="0"/>
              <a:t>12</a:t>
            </a:r>
            <a:r>
              <a:rPr lang="ko-KR" altLang="en-US" sz="1600" dirty="0"/>
              <a:t>월 </a:t>
            </a:r>
            <a:r>
              <a:rPr lang="en-US" altLang="ko-KR" sz="1600" dirty="0"/>
              <a:t>11</a:t>
            </a:r>
            <a:r>
              <a:rPr lang="ko-KR" altLang="en-US" sz="1600" dirty="0"/>
              <a:t>일 까지 작업자 교육</a:t>
            </a:r>
            <a:endParaRPr lang="en-US" altLang="ko-KR" sz="1600" dirty="0"/>
          </a:p>
          <a:p>
            <a:r>
              <a:rPr lang="en-US" altLang="ko-KR" sz="1600" dirty="0"/>
              <a:t>2.</a:t>
            </a:r>
            <a:r>
              <a:rPr lang="ko-KR" altLang="en-US" sz="1600" dirty="0"/>
              <a:t> 생산품 전면 교체 및 양산일정 </a:t>
            </a:r>
            <a:r>
              <a:rPr lang="ko-KR" altLang="en-US" sz="1600" dirty="0" err="1"/>
              <a:t>재수립</a:t>
            </a:r>
            <a:endParaRPr lang="en-US" altLang="ko-KR" sz="1600" dirty="0"/>
          </a:p>
          <a:p>
            <a:r>
              <a:rPr lang="en-US" altLang="ko-KR" sz="1600" dirty="0"/>
              <a:t>3.</a:t>
            </a:r>
            <a:r>
              <a:rPr lang="ko-KR" altLang="en-US" sz="1600" dirty="0"/>
              <a:t> </a:t>
            </a:r>
            <a:r>
              <a:rPr lang="en-US" altLang="ko-KR" sz="1600" dirty="0"/>
              <a:t>12</a:t>
            </a:r>
            <a:r>
              <a:rPr lang="ko-KR" altLang="en-US" sz="1600" dirty="0"/>
              <a:t>월 </a:t>
            </a:r>
            <a:r>
              <a:rPr lang="en-US" altLang="ko-KR" sz="1600" dirty="0"/>
              <a:t>28</a:t>
            </a:r>
            <a:r>
              <a:rPr lang="ko-KR" altLang="en-US" sz="1600" dirty="0"/>
              <a:t>일 까지 양산 재시작 </a:t>
            </a:r>
            <a:r>
              <a:rPr lang="ko-KR" altLang="en-US" sz="1600" dirty="0" err="1"/>
              <a:t>완</a:t>
            </a:r>
            <a:endParaRPr lang="en-KR" sz="1600" dirty="0"/>
          </a:p>
        </p:txBody>
      </p:sp>
    </p:spTree>
    <p:extLst>
      <p:ext uri="{BB962C8B-B14F-4D97-AF65-F5344CB8AC3E}">
        <p14:creationId xmlns:p14="http://schemas.microsoft.com/office/powerpoint/2010/main" val="19568855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52</Words>
  <Application>Microsoft Macintosh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gwondowan</dc:creator>
  <cp:lastModifiedBy>gwondowan</cp:lastModifiedBy>
  <cp:revision>1</cp:revision>
  <dcterms:created xsi:type="dcterms:W3CDTF">2026-01-08T00:05:37Z</dcterms:created>
  <dcterms:modified xsi:type="dcterms:W3CDTF">2026-01-08T00:08:13Z</dcterms:modified>
</cp:coreProperties>
</file>